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25E3-6239-C5E1-A885-6F44611D9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7BC5C-5EA2-77F7-FDFA-7C79477E3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A4E95-CEFC-D097-F712-E1ACB6A9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3D834-D60F-3D02-E837-00717BC0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A7428-E1CB-8112-78F3-08C3DA03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4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6014E-7103-70A5-82AD-ABB0C9AE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C908-98BE-50AC-ADA9-3F87812C2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7F080-6AC0-87F9-9615-E5E7D0F0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5AA29-001F-D20F-3518-AE521002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52800-6CDA-965E-45D7-18B951321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6AC6-BD21-8E8B-4E54-3A06159D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11327-6AE4-4DC4-A35C-67D43F3C3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1696E-EED2-8ABE-79EE-076939C9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59D30-D68B-C744-5798-D5F77A7C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373E-35C1-DF6E-18E2-B2632AE2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9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446E-ADD4-BC1C-0862-A629A2A2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94625-4FC6-7C8F-660B-727ACDBB8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A18BE-F21C-5EA1-DEEB-426DC59E9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55DAC-938E-FBAC-0A34-FB73F06A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70FC2-30EB-0CCA-AC7B-769AEAFAB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112F6-AE68-D7D8-7289-52CDD45F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6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943D-11CF-7564-1AA6-C3C3752F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BEF86-35CD-5337-1DAF-C973C044A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83AD9-FD7A-D154-E623-398B3B0DD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24267-E4DE-4E1B-F653-F76212E21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66C9B-56F9-BAF1-967D-8C5105959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F8CEFE-C430-566B-0D7F-77DDC598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E7435-DA78-7B20-19C3-8A1B608E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BB08F0-6419-D365-D287-82718ABC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CECF-F0B9-E1FF-F9CD-88684F72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20DC9-D83C-7350-7919-EE638300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53319-97DC-C19B-7E2F-822722BE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20236-5C21-48A7-4F07-04188A7F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0E5E65-BA33-8192-A0E2-FBAC11F3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A3912C-2E04-A744-E00F-9586DB11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928A1-544D-B12B-4B51-3DD1BCE6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8180-F9C1-9522-4A09-9EDDD543D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6AB0-ECC7-DFD4-8057-606C58FB9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718B2-D57F-71F1-2B4A-4243F8475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13C45-E3A8-26D9-1D8B-8156842B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2BF12-6D23-D9B2-E829-B37806821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3FB25-C3DD-E807-75DC-6AF72AA1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4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3A0D-77EF-6FFB-72BA-C417367C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331E55-E622-87BD-989A-7811F24C6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C65D6-9B8A-AB7B-40C1-9EE79F296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96E4D-89D7-0929-7746-A7C95CCD5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580B-D873-60C3-3D78-CD980093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AEC12-1AC1-D2AA-A02C-9036F344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0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D64-98F4-DE5B-5200-455860FC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E90F3-D89F-585D-6333-4D063D821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60541-E00E-13AD-6318-5E93D7D7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56213-B102-BEF6-0597-81CFAA4F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BF894-B3F2-7898-47B9-984ACD02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0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FED45-E791-EBC5-2698-E7710E881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DA77D-209A-272B-5D11-4A75CE643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0CD21-0C2D-2425-D6CD-A5F90508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9FE0C-8AEB-73F3-194E-F59C33EB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C96AC-7919-4873-0C48-82CB3B3B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6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72EBB-43A6-7932-D04C-85014A57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4E378-5338-B119-C864-82865829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ACC51-CE02-A870-AF56-472433E1C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9B104-431B-42B4-905A-C1737C178DDF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B6D0B-6BBA-6FC6-D117-D01ACF7AF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44592-CD2D-8784-F629-590628CFA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70252-8F52-467D-BE83-C06782DE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2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1511BC-24FC-4F3F-C88C-6C8B358C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9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pu and a cpu&#10;&#10;AI-generated content may be incorrect.">
            <a:extLst>
              <a:ext uri="{FF2B5EF4-FFF2-40B4-BE49-F238E27FC236}">
                <a16:creationId xmlns:a16="http://schemas.microsoft.com/office/drawing/2014/main" id="{FF5FA1AD-0C86-3FBB-1025-1E80A1077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76" y="0"/>
            <a:ext cx="10312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3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devices&#10;&#10;AI-generated content may be incorrect.">
            <a:extLst>
              <a:ext uri="{FF2B5EF4-FFF2-40B4-BE49-F238E27FC236}">
                <a16:creationId xmlns:a16="http://schemas.microsoft.com/office/drawing/2014/main" id="{4A18FE49-A2C0-8E22-8ED6-7DFA2FD68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30" y="0"/>
            <a:ext cx="10299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6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CDED32A-EC52-D749-EEA4-6B529759A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3" y="0"/>
            <a:ext cx="10291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8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C4FC76E-3D0A-36A7-BE82-963C4077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63" y="0"/>
            <a:ext cx="10304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5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E799E102-3C27-845D-6D14-DC2EAE3A1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63" y="0"/>
            <a:ext cx="10304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00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577F80BD-1F62-0796-00E8-53D541F80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" y="0"/>
            <a:ext cx="10291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3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ster of a group of people&#10;&#10;AI-generated content may be incorrect.">
            <a:extLst>
              <a:ext uri="{FF2B5EF4-FFF2-40B4-BE49-F238E27FC236}">
                <a16:creationId xmlns:a16="http://schemas.microsoft.com/office/drawing/2014/main" id="{AF86D1B6-85D1-FACC-7D46-7E3FB0C49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84" y="0"/>
            <a:ext cx="10304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83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itting in a chair looking at a computer screen&#10;&#10;AI-generated content may be incorrect.">
            <a:extLst>
              <a:ext uri="{FF2B5EF4-FFF2-40B4-BE49-F238E27FC236}">
                <a16:creationId xmlns:a16="http://schemas.microsoft.com/office/drawing/2014/main" id="{97DE1342-73A6-184A-7B6A-AC53B59B5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82" y="0"/>
            <a:ext cx="10688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95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26E21BDB-BF49-DB34-73E0-E9756A58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69" y="0"/>
            <a:ext cx="103474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2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41BDDE-36A0-DCAA-FE2C-E6EC1FEDA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92" y="0"/>
            <a:ext cx="10295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53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DCFF19D-2734-770A-B65D-4A00C3E93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15" y="0"/>
            <a:ext cx="10269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9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itting in front of a computer&#10;&#10;AI-generated content may be incorrect.">
            <a:extLst>
              <a:ext uri="{FF2B5EF4-FFF2-40B4-BE49-F238E27FC236}">
                <a16:creationId xmlns:a16="http://schemas.microsoft.com/office/drawing/2014/main" id="{17BD6148-D1A6-DE0E-135D-977C23316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93" y="0"/>
            <a:ext cx="10343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8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Khyzer Adnan</dc:creator>
  <cp:lastModifiedBy>Khyzer Adnan</cp:lastModifiedBy>
  <cp:revision>1</cp:revision>
  <dcterms:created xsi:type="dcterms:W3CDTF">2025-12-28T08:12:25Z</dcterms:created>
  <dcterms:modified xsi:type="dcterms:W3CDTF">2025-12-28T08:19:08Z</dcterms:modified>
</cp:coreProperties>
</file>